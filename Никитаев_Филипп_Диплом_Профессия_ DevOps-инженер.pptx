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1" r:id="rId7"/>
    <p:sldId id="260" r:id="rId8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Montserrat" panose="020B0604020202020204" charset="-52"/>
      <p:regular r:id="rId14"/>
      <p:bold r:id="rId15"/>
      <p:italic r:id="rId16"/>
      <p:boldItalic r:id="rId17"/>
    </p:embeddedFont>
    <p:embeddedFont>
      <p:font typeface="Montserrat ExtraBold" panose="020B0604020202020204" charset="-52"/>
      <p:bold r:id="rId18"/>
      <p:boldItalic r:id="rId19"/>
    </p:embeddedFont>
    <p:embeddedFont>
      <p:font typeface="Montserrat Medium" panose="020B0604020202020204" charset="-52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88">
          <p15:clr>
            <a:srgbClr val="A4A3A4"/>
          </p15:clr>
        </p15:guide>
        <p15:guide id="2" pos="10829">
          <p15:clr>
            <a:srgbClr val="A4A3A4"/>
          </p15:clr>
        </p15:guide>
        <p15:guide id="3" pos="5760">
          <p15:clr>
            <a:srgbClr val="A4A3A4"/>
          </p15:clr>
        </p15:guide>
        <p15:guide id="4" orient="horz" pos="5791">
          <p15:clr>
            <a:srgbClr val="A4A3A4"/>
          </p15:clr>
        </p15:guide>
        <p15:guide id="5" orient="horz" pos="3240">
          <p15:clr>
            <a:srgbClr val="A4A3A4"/>
          </p15:clr>
        </p15:guide>
        <p15:guide id="6" orient="horz" pos="1370">
          <p15:clr>
            <a:srgbClr val="A4A3A4"/>
          </p15:clr>
        </p15:guide>
        <p15:guide id="7" pos="692">
          <p15:clr>
            <a:srgbClr val="A4A3A4"/>
          </p15:clr>
        </p15:guide>
        <p15:guide id="8" pos="1610">
          <p15:clr>
            <a:srgbClr val="A4A3A4"/>
          </p15:clr>
        </p15:guide>
        <p15:guide id="9" orient="horz" pos="170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>
        <p:guide orient="horz" pos="688"/>
        <p:guide pos="10829"/>
        <p:guide pos="5760"/>
        <p:guide orient="horz" pos="5791"/>
        <p:guide orient="horz" pos="3240"/>
        <p:guide orient="horz" pos="1370"/>
        <p:guide pos="692"/>
        <p:guide pos="1610"/>
        <p:guide orient="horz" pos="17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30bbd9ae8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3930bbd9ae8_5_0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76" name="Google Shape;76;g3930bbd9ae8_5_0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/>
              <a:t>1</a:t>
            </a:fld>
            <a:endParaRPr sz="6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30bbd9ae8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930bbd9ae8_1_17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91" name="Google Shape;91;g3930bbd9ae8_1_17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/>
              <a:t>2</a:t>
            </a:fld>
            <a:endParaRPr sz="6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30bbd9ae8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930bbd9ae8_1_40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15" name="Google Shape;115;g3930bbd9ae8_1_40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/>
              <a:t>3</a:t>
            </a:fld>
            <a:endParaRPr sz="6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30bbd9ae8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930bbd9ae8_1_53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29" name="Google Shape;129;g3930bbd9ae8_1_53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/>
              <a:t>4</a:t>
            </a:fld>
            <a:endParaRPr sz="6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30bbd9ae8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930bbd9ae8_1_53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29" name="Google Shape;129;g3930bbd9ae8_1_53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/>
              <a:t>5</a:t>
            </a:fld>
            <a:endParaRPr sz="600"/>
          </a:p>
        </p:txBody>
      </p:sp>
    </p:spTree>
    <p:extLst>
      <p:ext uri="{BB962C8B-B14F-4D97-AF65-F5344CB8AC3E}">
        <p14:creationId xmlns:p14="http://schemas.microsoft.com/office/powerpoint/2010/main" val="3451216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30bbd9ae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28625"/>
            <a:ext cx="2057400" cy="1157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930bbd9ae8_3_0:notes"/>
          <p:cNvSpPr txBox="1">
            <a:spLocks noGrp="1"/>
          </p:cNvSpPr>
          <p:nvPr>
            <p:ph type="body" idx="1"/>
          </p:nvPr>
        </p:nvSpPr>
        <p:spPr>
          <a:xfrm>
            <a:off x="342900" y="1650002"/>
            <a:ext cx="2743200" cy="135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</p:txBody>
      </p:sp>
      <p:sp>
        <p:nvSpPr>
          <p:cNvPr id="141" name="Google Shape;141;g3930bbd9ae8_3_0:notes"/>
          <p:cNvSpPr txBox="1">
            <a:spLocks noGrp="1"/>
          </p:cNvSpPr>
          <p:nvPr>
            <p:ph type="sldNum" idx="12"/>
          </p:nvPr>
        </p:nvSpPr>
        <p:spPr>
          <a:xfrm>
            <a:off x="1942306" y="3256551"/>
            <a:ext cx="1485900" cy="17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600"/>
              <a:t>6</a:t>
            </a:fld>
            <a:endParaRPr sz="6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bg>
      <p:bgPr>
        <a:solidFill>
          <a:schemeClr val="dk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096200" y="1683544"/>
            <a:ext cx="160956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800"/>
              <a:buFont typeface="Montserrat ExtraBold"/>
              <a:buNone/>
              <a:defRPr sz="10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096200" y="5403057"/>
            <a:ext cx="160956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lv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692">
          <p15:clr>
            <a:srgbClr val="FBAE40"/>
          </p15:clr>
        </p15:guide>
        <p15:guide id="4" orient="horz" pos="689">
          <p15:clr>
            <a:srgbClr val="FBAE40"/>
          </p15:clr>
        </p15:guide>
        <p15:guide id="5" orient="horz" pos="5792">
          <p15:clr>
            <a:srgbClr val="FBAE40"/>
          </p15:clr>
        </p15:guide>
        <p15:guide id="6" pos="108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097757" y="940525"/>
            <a:ext cx="6060300" cy="15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ExtraBold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7774763" y="940538"/>
            <a:ext cx="9415200" cy="78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2"/>
          </p:nvPr>
        </p:nvSpPr>
        <p:spPr>
          <a:xfrm>
            <a:off x="1097757" y="3086100"/>
            <a:ext cx="6060300" cy="57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50" rIns="0" bIns="685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буллитный список">
  <p:cSld name="OBJECT_1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096200" y="2738438"/>
            <a:ext cx="16095600" cy="6330300"/>
          </a:xfrm>
          <a:prstGeom prst="rect">
            <a:avLst/>
          </a:prstGeom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381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❏"/>
              <a:defRPr/>
            </a:lvl1pPr>
            <a:lvl2pPr marL="914400" lvl="1" indent="-3810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❏"/>
              <a:defRPr/>
            </a:lvl2pPr>
            <a:lvl3pPr marL="1371600" lvl="2" indent="-3810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❏"/>
              <a:defRPr/>
            </a:lvl3pPr>
            <a:lvl4pPr marL="1828800" lvl="3" indent="-3810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400"/>
              <a:buChar char="❏"/>
              <a:defRPr/>
            </a:lvl4pPr>
            <a:lvl5pPr marL="2286000" lvl="4" indent="-38100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400"/>
              <a:buChar char="❏"/>
              <a:defRPr/>
            </a:lvl5pPr>
            <a:lvl6pPr marL="2743200" lvl="5" indent="-40005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700"/>
              <a:buChar char="❏"/>
              <a:defRPr/>
            </a:lvl6pPr>
            <a:lvl7pPr marL="3200400" lvl="6" indent="-40005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700"/>
              <a:buChar char="❏"/>
              <a:defRPr/>
            </a:lvl7pPr>
            <a:lvl8pPr marL="3657600" lvl="7" indent="-40005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700"/>
              <a:buChar char="❏"/>
              <a:defRPr/>
            </a:lvl8pPr>
            <a:lvl9pPr marL="4114800" lvl="8" indent="-40005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SzPts val="2700"/>
              <a:buChar char="❏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096200" y="653144"/>
            <a:ext cx="160956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ExtraBold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692">
          <p15:clr>
            <a:srgbClr val="FBAE40"/>
          </p15:clr>
        </p15:guide>
        <p15:guide id="4" pos="10829">
          <p15:clr>
            <a:srgbClr val="FBAE40"/>
          </p15:clr>
        </p15:guide>
        <p15:guide id="5" orient="horz" pos="5792">
          <p15:clr>
            <a:srgbClr val="FBAE40"/>
          </p15:clr>
        </p15:guide>
        <p15:guide id="6" orient="horz" pos="68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(сравнение с буллитами)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097757" y="486728"/>
            <a:ext cx="160941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Extra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097757" y="2738438"/>
            <a:ext cx="7932000" cy="6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/>
            </a:lvl1pPr>
            <a:lvl2pPr marL="914400" lvl="1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/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/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/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/>
            </a:lvl5pPr>
            <a:lvl6pPr marL="2743200" lvl="5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  <a:defRPr sz="2400"/>
            </a:lvl6pPr>
            <a:lvl7pPr marL="3200400" lvl="6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  <a:defRPr sz="2400"/>
            </a:lvl7pPr>
            <a:lvl8pPr marL="3657600" lvl="7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  <a:defRPr sz="2400"/>
            </a:lvl8pPr>
            <a:lvl9pPr marL="4114800" lvl="8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  <a:defRPr sz="24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9410700" y="2738438"/>
            <a:ext cx="7772400" cy="6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  <a:defRPr sz="2400"/>
            </a:lvl6pPr>
            <a:lvl7pPr marL="3200400" lvl="6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  <a:defRPr sz="2400"/>
            </a:lvl7pPr>
            <a:lvl8pPr marL="3657600" lvl="7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  <a:defRPr sz="2400"/>
            </a:lvl8pPr>
            <a:lvl9pPr marL="4114800" lvl="8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  <a:defRPr sz="24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692">
          <p15:clr>
            <a:srgbClr val="FBAE40"/>
          </p15:clr>
        </p15:guide>
        <p15:guide id="4" orient="horz" pos="689">
          <p15:clr>
            <a:srgbClr val="FBAE40"/>
          </p15:clr>
        </p15:guide>
        <p15:guide id="5" orient="horz" pos="5792">
          <p15:clr>
            <a:srgbClr val="FBAE40"/>
          </p15:clr>
        </p15:guide>
        <p15:guide id="6" pos="1082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     подзаголовок и буллиты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1097757" y="562928"/>
            <a:ext cx="16094100" cy="18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Extra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1096200" y="3757613"/>
            <a:ext cx="7900200" cy="55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/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/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/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/>
            </a:lvl5pPr>
            <a:lvl6pPr marL="2743200" lvl="5" indent="-400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marL="3200400" lvl="6" indent="-400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marL="3657600" lvl="7" indent="-400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marL="4114800" lvl="8" indent="-400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9410700" y="3757613"/>
            <a:ext cx="7774500" cy="55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3810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34EC"/>
              </a:buClr>
              <a:buSzPts val="2400"/>
              <a:buFont typeface="Noto Sans Symbols"/>
              <a:buChar char="❑"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400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6pPr>
            <a:lvl7pPr marL="3200400" lvl="6" indent="-400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7pPr>
            <a:lvl8pPr marL="3657600" lvl="7" indent="-400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8pPr>
            <a:lvl9pPr marL="4114800" lvl="8" indent="-400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3"/>
          </p:nvPr>
        </p:nvSpPr>
        <p:spPr>
          <a:xfrm>
            <a:off x="1096200" y="2394000"/>
            <a:ext cx="6558000" cy="1140600"/>
          </a:xfrm>
          <a:prstGeom prst="rect">
            <a:avLst/>
          </a:prstGeom>
        </p:spPr>
        <p:txBody>
          <a:bodyPr spcFirstLastPara="1" wrap="square" lIns="137150" tIns="68550" rIns="137150" bIns="685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ubTitle" idx="4"/>
          </p:nvPr>
        </p:nvSpPr>
        <p:spPr>
          <a:xfrm>
            <a:off x="9410700" y="2394000"/>
            <a:ext cx="5567100" cy="1140600"/>
          </a:xfrm>
          <a:prstGeom prst="rect">
            <a:avLst/>
          </a:prstGeom>
        </p:spPr>
        <p:txBody>
          <a:bodyPr spcFirstLastPara="1" wrap="square" lIns="137150" tIns="68550" rIns="137150" bIns="685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692">
          <p15:clr>
            <a:srgbClr val="FBAE40"/>
          </p15:clr>
        </p15:guide>
        <p15:guide id="4" orient="horz" pos="689">
          <p15:clr>
            <a:srgbClr val="FBAE40"/>
          </p15:clr>
        </p15:guide>
        <p15:guide id="5" orient="horz" pos="5792">
          <p15:clr>
            <a:srgbClr val="FBAE40"/>
          </p15:clr>
        </p15:guide>
        <p15:guide id="6" pos="108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bg>
      <p:bgPr>
        <a:solidFill>
          <a:schemeClr val="accent4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2411325" y="2263125"/>
            <a:ext cx="14779500" cy="47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692">
          <p15:clr>
            <a:srgbClr val="FBAE40"/>
          </p15:clr>
        </p15:guide>
        <p15:guide id="4" orient="horz" pos="689">
          <p15:clr>
            <a:srgbClr val="FBAE40"/>
          </p15:clr>
        </p15:guide>
        <p15:guide id="5" orient="horz" pos="5792">
          <p15:clr>
            <a:srgbClr val="FBAE40"/>
          </p15:clr>
        </p15:guide>
        <p15:guide id="6" pos="10829">
          <p15:clr>
            <a:srgbClr val="FBAE40"/>
          </p15:clr>
        </p15:guide>
        <p15:guide id="7" pos="161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1097756" y="486728"/>
            <a:ext cx="160926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мысль">
  <p:cSld name="TITLE_ONLY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097756" y="3933390"/>
            <a:ext cx="16092300" cy="19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 rot="235260">
            <a:off x="1136631" y="2820856"/>
            <a:ext cx="1190526" cy="1176369"/>
            <a:chOff x="221148" y="642669"/>
            <a:chExt cx="834966" cy="825037"/>
          </a:xfrm>
        </p:grpSpPr>
        <p:sp>
          <p:nvSpPr>
            <p:cNvPr id="54" name="Google Shape;54;p9"/>
            <p:cNvSpPr/>
            <p:nvPr/>
          </p:nvSpPr>
          <p:spPr>
            <a:xfrm>
              <a:off x="221148" y="757023"/>
              <a:ext cx="693221" cy="710683"/>
            </a:xfrm>
            <a:custGeom>
              <a:avLst/>
              <a:gdLst/>
              <a:ahLst/>
              <a:cxnLst/>
              <a:rect l="l" t="t" r="r" b="b"/>
              <a:pathLst>
                <a:path w="693221" h="710683" extrusionOk="0">
                  <a:moveTo>
                    <a:pt x="3842" y="707049"/>
                  </a:moveTo>
                  <a:cubicBezTo>
                    <a:pt x="8892" y="711975"/>
                    <a:pt x="16987" y="711884"/>
                    <a:pt x="21912" y="706834"/>
                  </a:cubicBezTo>
                  <a:lnTo>
                    <a:pt x="429894" y="289442"/>
                  </a:lnTo>
                  <a:lnTo>
                    <a:pt x="456923" y="414250"/>
                  </a:lnTo>
                  <a:cubicBezTo>
                    <a:pt x="458088" y="419615"/>
                    <a:pt x="462548" y="423634"/>
                    <a:pt x="467995" y="424241"/>
                  </a:cubicBezTo>
                  <a:cubicBezTo>
                    <a:pt x="468470" y="424299"/>
                    <a:pt x="468937" y="424324"/>
                    <a:pt x="469410" y="424324"/>
                  </a:cubicBezTo>
                  <a:cubicBezTo>
                    <a:pt x="474385" y="424324"/>
                    <a:pt x="478910" y="421430"/>
                    <a:pt x="481000" y="416921"/>
                  </a:cubicBezTo>
                  <a:lnTo>
                    <a:pt x="541174" y="287055"/>
                  </a:lnTo>
                  <a:lnTo>
                    <a:pt x="679208" y="300432"/>
                  </a:lnTo>
                  <a:cubicBezTo>
                    <a:pt x="684589" y="300956"/>
                    <a:pt x="689716" y="298028"/>
                    <a:pt x="692012" y="293135"/>
                  </a:cubicBezTo>
                  <a:cubicBezTo>
                    <a:pt x="694307" y="288246"/>
                    <a:pt x="693277" y="282438"/>
                    <a:pt x="689432" y="278628"/>
                  </a:cubicBezTo>
                  <a:lnTo>
                    <a:pt x="588727" y="178904"/>
                  </a:lnTo>
                  <a:lnTo>
                    <a:pt x="643926" y="46168"/>
                  </a:lnTo>
                  <a:cubicBezTo>
                    <a:pt x="646022" y="41143"/>
                    <a:pt x="644691" y="35336"/>
                    <a:pt x="640631" y="31717"/>
                  </a:cubicBezTo>
                  <a:cubicBezTo>
                    <a:pt x="636563" y="28099"/>
                    <a:pt x="630647" y="27450"/>
                    <a:pt x="625889" y="30112"/>
                  </a:cubicBezTo>
                  <a:lnTo>
                    <a:pt x="503927" y="98305"/>
                  </a:lnTo>
                  <a:lnTo>
                    <a:pt x="399835" y="3340"/>
                  </a:lnTo>
                  <a:cubicBezTo>
                    <a:pt x="395801" y="-345"/>
                    <a:pt x="389861" y="-1053"/>
                    <a:pt x="385069" y="1576"/>
                  </a:cubicBezTo>
                  <a:cubicBezTo>
                    <a:pt x="380277" y="4214"/>
                    <a:pt x="377698" y="9605"/>
                    <a:pt x="378637" y="14987"/>
                  </a:cubicBezTo>
                  <a:lnTo>
                    <a:pt x="403621" y="157157"/>
                  </a:lnTo>
                  <a:lnTo>
                    <a:pt x="283972" y="230751"/>
                  </a:lnTo>
                  <a:cubicBezTo>
                    <a:pt x="279380" y="233570"/>
                    <a:pt x="277050" y="238969"/>
                    <a:pt x="278155" y="244243"/>
                  </a:cubicBezTo>
                  <a:cubicBezTo>
                    <a:pt x="279263" y="249527"/>
                    <a:pt x="283557" y="253537"/>
                    <a:pt x="288896" y="254284"/>
                  </a:cubicBezTo>
                  <a:lnTo>
                    <a:pt x="411749" y="271448"/>
                  </a:lnTo>
                  <a:lnTo>
                    <a:pt x="3634" y="688980"/>
                  </a:lnTo>
                  <a:cubicBezTo>
                    <a:pt x="-1291" y="694021"/>
                    <a:pt x="-1199" y="702117"/>
                    <a:pt x="3842" y="707049"/>
                  </a:cubicBezTo>
                  <a:close/>
                  <a:moveTo>
                    <a:pt x="424401" y="174378"/>
                  </a:moveTo>
                  <a:cubicBezTo>
                    <a:pt x="428861" y="171641"/>
                    <a:pt x="431200" y="166449"/>
                    <a:pt x="430292" y="161282"/>
                  </a:cubicBezTo>
                  <a:lnTo>
                    <a:pt x="410292" y="47474"/>
                  </a:lnTo>
                  <a:lnTo>
                    <a:pt x="493512" y="123405"/>
                  </a:lnTo>
                  <a:cubicBezTo>
                    <a:pt x="497571" y="127115"/>
                    <a:pt x="503554" y="127807"/>
                    <a:pt x="508361" y="125119"/>
                  </a:cubicBezTo>
                  <a:lnTo>
                    <a:pt x="606155" y="70427"/>
                  </a:lnTo>
                  <a:lnTo>
                    <a:pt x="561830" y="177032"/>
                  </a:lnTo>
                  <a:cubicBezTo>
                    <a:pt x="559833" y="181832"/>
                    <a:pt x="560940" y="187357"/>
                    <a:pt x="564633" y="191016"/>
                  </a:cubicBezTo>
                  <a:lnTo>
                    <a:pt x="645956" y="271548"/>
                  </a:lnTo>
                  <a:lnTo>
                    <a:pt x="534633" y="260757"/>
                  </a:lnTo>
                  <a:cubicBezTo>
                    <a:pt x="529226" y="260224"/>
                    <a:pt x="524076" y="263170"/>
                    <a:pt x="521806" y="268104"/>
                  </a:cubicBezTo>
                  <a:lnTo>
                    <a:pt x="473835" y="371613"/>
                  </a:lnTo>
                  <a:lnTo>
                    <a:pt x="449526" y="259377"/>
                  </a:lnTo>
                  <a:cubicBezTo>
                    <a:pt x="448395" y="254135"/>
                    <a:pt x="444110" y="250168"/>
                    <a:pt x="438803" y="249427"/>
                  </a:cubicBezTo>
                  <a:lnTo>
                    <a:pt x="327632" y="23389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" name="Google Shape;55;p9"/>
            <p:cNvGrpSpPr/>
            <p:nvPr/>
          </p:nvGrpSpPr>
          <p:grpSpPr>
            <a:xfrm>
              <a:off x="404933" y="642669"/>
              <a:ext cx="651181" cy="590068"/>
              <a:chOff x="404933" y="642669"/>
              <a:chExt cx="651181" cy="590068"/>
            </a:xfrm>
          </p:grpSpPr>
          <p:sp>
            <p:nvSpPr>
              <p:cNvPr id="56" name="Google Shape;56;p9"/>
              <p:cNvSpPr/>
              <p:nvPr/>
            </p:nvSpPr>
            <p:spPr>
              <a:xfrm>
                <a:off x="800997" y="1131689"/>
                <a:ext cx="74742" cy="101048"/>
              </a:xfrm>
              <a:custGeom>
                <a:avLst/>
                <a:gdLst/>
                <a:ahLst/>
                <a:cxnLst/>
                <a:rect l="l" t="t" r="r" b="b"/>
                <a:pathLst>
                  <a:path w="74742" h="101048" extrusionOk="0">
                    <a:moveTo>
                      <a:pt x="5807" y="2071"/>
                    </a:moveTo>
                    <a:cubicBezTo>
                      <a:pt x="-107" y="5924"/>
                      <a:pt x="-1779" y="13836"/>
                      <a:pt x="2071" y="19751"/>
                    </a:cubicBezTo>
                    <a:lnTo>
                      <a:pt x="51256" y="95240"/>
                    </a:lnTo>
                    <a:cubicBezTo>
                      <a:pt x="55109" y="101156"/>
                      <a:pt x="63021" y="102828"/>
                      <a:pt x="68935" y="98975"/>
                    </a:cubicBezTo>
                    <a:cubicBezTo>
                      <a:pt x="74849" y="95125"/>
                      <a:pt x="76521" y="87204"/>
                      <a:pt x="72671" y="81290"/>
                    </a:cubicBezTo>
                    <a:lnTo>
                      <a:pt x="23486" y="5807"/>
                    </a:lnTo>
                    <a:cubicBezTo>
                      <a:pt x="19633" y="-107"/>
                      <a:pt x="11715" y="-1779"/>
                      <a:pt x="5807" y="20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37150" tIns="68550" rIns="137150" bIns="685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9"/>
              <p:cNvSpPr/>
              <p:nvPr/>
            </p:nvSpPr>
            <p:spPr>
              <a:xfrm>
                <a:off x="701672" y="642669"/>
                <a:ext cx="25557" cy="114074"/>
              </a:xfrm>
              <a:custGeom>
                <a:avLst/>
                <a:gdLst/>
                <a:ahLst/>
                <a:cxnLst/>
                <a:rect l="l" t="t" r="r" b="b"/>
                <a:pathLst>
                  <a:path w="25557" h="114074" extrusionOk="0">
                    <a:moveTo>
                      <a:pt x="25557" y="101296"/>
                    </a:moveTo>
                    <a:lnTo>
                      <a:pt x="25557" y="12779"/>
                    </a:lnTo>
                    <a:cubicBezTo>
                      <a:pt x="25557" y="5724"/>
                      <a:pt x="19834" y="0"/>
                      <a:pt x="12779" y="0"/>
                    </a:cubicBezTo>
                    <a:cubicBezTo>
                      <a:pt x="5725" y="0"/>
                      <a:pt x="0" y="5724"/>
                      <a:pt x="0" y="12779"/>
                    </a:cubicBezTo>
                    <a:lnTo>
                      <a:pt x="0" y="101296"/>
                    </a:lnTo>
                    <a:cubicBezTo>
                      <a:pt x="0" y="108351"/>
                      <a:pt x="5725" y="114075"/>
                      <a:pt x="12779" y="114075"/>
                    </a:cubicBezTo>
                    <a:cubicBezTo>
                      <a:pt x="19834" y="114075"/>
                      <a:pt x="25557" y="108351"/>
                      <a:pt x="25557" y="1012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37150" tIns="68550" rIns="137150" bIns="685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9"/>
              <p:cNvSpPr/>
              <p:nvPr/>
            </p:nvSpPr>
            <p:spPr>
              <a:xfrm>
                <a:off x="915083" y="863016"/>
                <a:ext cx="141031" cy="55896"/>
              </a:xfrm>
              <a:custGeom>
                <a:avLst/>
                <a:gdLst/>
                <a:ahLst/>
                <a:cxnLst/>
                <a:rect l="l" t="t" r="r" b="b"/>
                <a:pathLst>
                  <a:path w="141031" h="55896" extrusionOk="0">
                    <a:moveTo>
                      <a:pt x="12785" y="55896"/>
                    </a:moveTo>
                    <a:cubicBezTo>
                      <a:pt x="13884" y="55896"/>
                      <a:pt x="14972" y="55756"/>
                      <a:pt x="16037" y="55473"/>
                    </a:cubicBezTo>
                    <a:lnTo>
                      <a:pt x="131393" y="25166"/>
                    </a:lnTo>
                    <a:cubicBezTo>
                      <a:pt x="135844" y="24042"/>
                      <a:pt x="139348" y="20606"/>
                      <a:pt x="140570" y="16181"/>
                    </a:cubicBezTo>
                    <a:cubicBezTo>
                      <a:pt x="141793" y="11764"/>
                      <a:pt x="140545" y="7021"/>
                      <a:pt x="137309" y="3769"/>
                    </a:cubicBezTo>
                    <a:cubicBezTo>
                      <a:pt x="134072" y="508"/>
                      <a:pt x="129331" y="-757"/>
                      <a:pt x="124906" y="448"/>
                    </a:cubicBezTo>
                    <a:lnTo>
                      <a:pt x="9550" y="30757"/>
                    </a:lnTo>
                    <a:cubicBezTo>
                      <a:pt x="3327" y="32380"/>
                      <a:pt x="-718" y="38377"/>
                      <a:pt x="106" y="44749"/>
                    </a:cubicBezTo>
                    <a:cubicBezTo>
                      <a:pt x="922" y="51130"/>
                      <a:pt x="6355" y="55896"/>
                      <a:pt x="12785" y="558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37150" tIns="68550" rIns="137150" bIns="685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9"/>
              <p:cNvSpPr/>
              <p:nvPr/>
            </p:nvSpPr>
            <p:spPr>
              <a:xfrm>
                <a:off x="404933" y="837612"/>
                <a:ext cx="111006" cy="40279"/>
              </a:xfrm>
              <a:custGeom>
                <a:avLst/>
                <a:gdLst/>
                <a:ahLst/>
                <a:cxnLst/>
                <a:rect l="l" t="t" r="r" b="b"/>
                <a:pathLst>
                  <a:path w="111006" h="40279" extrusionOk="0">
                    <a:moveTo>
                      <a:pt x="10612" y="25371"/>
                    </a:moveTo>
                    <a:lnTo>
                      <a:pt x="96027" y="40088"/>
                    </a:lnTo>
                    <a:cubicBezTo>
                      <a:pt x="96751" y="40213"/>
                      <a:pt x="97482" y="40279"/>
                      <a:pt x="98214" y="40279"/>
                    </a:cubicBezTo>
                    <a:cubicBezTo>
                      <a:pt x="104853" y="40279"/>
                      <a:pt x="110394" y="35196"/>
                      <a:pt x="110961" y="28583"/>
                    </a:cubicBezTo>
                    <a:cubicBezTo>
                      <a:pt x="111517" y="21959"/>
                      <a:pt x="106916" y="16011"/>
                      <a:pt x="100370" y="14896"/>
                    </a:cubicBezTo>
                    <a:lnTo>
                      <a:pt x="14946" y="188"/>
                    </a:lnTo>
                    <a:cubicBezTo>
                      <a:pt x="7991" y="-1010"/>
                      <a:pt x="1386" y="3649"/>
                      <a:pt x="188" y="10612"/>
                    </a:cubicBezTo>
                    <a:cubicBezTo>
                      <a:pt x="-1010" y="17567"/>
                      <a:pt x="3657" y="24172"/>
                      <a:pt x="10612" y="253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37150" tIns="68550" rIns="137150" bIns="685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CUSTOM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097813" y="908663"/>
            <a:ext cx="16092300" cy="17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Extra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1097775" y="3000938"/>
            <a:ext cx="6060300" cy="58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 rtl="0">
              <a:spcBef>
                <a:spcPts val="0"/>
              </a:spcBef>
              <a:buNone/>
              <a:defRPr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127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2900"/>
              <a:buChar char="○"/>
              <a:defRPr/>
            </a:lvl2pPr>
            <a:lvl3pPr marL="1371600" lvl="2" indent="-4127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2900"/>
              <a:buChar char="■"/>
              <a:defRPr/>
            </a:lvl3pPr>
            <a:lvl4pPr marL="1828800" lvl="3" indent="-4127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2900"/>
              <a:buChar char="●"/>
              <a:defRPr/>
            </a:lvl4pPr>
            <a:lvl5pPr marL="2286000" lvl="4" indent="-4127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2900"/>
              <a:buChar char="○"/>
              <a:defRPr/>
            </a:lvl5pPr>
            <a:lvl6pPr marL="2743200" lvl="5" indent="-4127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2900"/>
              <a:buChar char="■"/>
              <a:defRPr/>
            </a:lvl6pPr>
            <a:lvl7pPr marL="3200400" lvl="6" indent="-4127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2900"/>
              <a:buChar char="●"/>
              <a:defRPr/>
            </a:lvl7pPr>
            <a:lvl8pPr marL="3657600" lvl="7" indent="-412750" algn="l" rtl="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2900"/>
              <a:buChar char="○"/>
              <a:defRPr/>
            </a:lvl8pPr>
            <a:lvl9pPr marL="4114800" lvl="8" indent="-412750" algn="l" rtl="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SzPts val="29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700" cy="7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97756" y="486728"/>
            <a:ext cx="160926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 ExtraBold"/>
              <a:buNone/>
              <a:defRPr sz="6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97756" y="2738438"/>
            <a:ext cx="16092600" cy="6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  <p15:guide id="3" pos="692">
          <p15:clr>
            <a:srgbClr val="F26B43"/>
          </p15:clr>
        </p15:guide>
        <p15:guide id="4" orient="horz" pos="689">
          <p15:clr>
            <a:srgbClr val="F26B43"/>
          </p15:clr>
        </p15:guide>
        <p15:guide id="5" orient="horz" pos="5792">
          <p15:clr>
            <a:srgbClr val="F26B43"/>
          </p15:clr>
        </p15:guide>
        <p15:guide id="6" pos="1082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jp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136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1" y="989409"/>
            <a:ext cx="2562227" cy="7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6505" y="1510531"/>
            <a:ext cx="477703" cy="130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6505" y="1510531"/>
            <a:ext cx="477701" cy="13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205" y="1485733"/>
            <a:ext cx="1929428" cy="19849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1009651" y="4143375"/>
            <a:ext cx="1013778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Montserrat"/>
              <a:buNone/>
            </a:pPr>
            <a:r>
              <a:rPr lang="ru-RU" sz="7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Дипломная работа</a:t>
            </a:r>
            <a:endParaRPr sz="7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990601" y="9239250"/>
            <a:ext cx="523875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Medium"/>
              <a:buNone/>
            </a:pPr>
            <a:r>
              <a:rPr lang="ru-RU" sz="22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ПРОФЕССИЯ:  DEVOPS-ИНЖЕНЕР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5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9651" y="5591175"/>
            <a:ext cx="10700512" cy="159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39334" y="6781800"/>
            <a:ext cx="790576" cy="7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991987" y="2171700"/>
            <a:ext cx="6296031" cy="6838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02798" y="0"/>
            <a:ext cx="5073081" cy="2952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17" cy="102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6" y="419100"/>
            <a:ext cx="16097265" cy="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6" y="9782175"/>
            <a:ext cx="16097265" cy="1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1" y="752475"/>
            <a:ext cx="19050" cy="8685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545066" y="752475"/>
            <a:ext cx="19050" cy="8685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355050" y="228600"/>
            <a:ext cx="389558" cy="37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355050" y="9591675"/>
            <a:ext cx="389558" cy="37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428" y="228600"/>
            <a:ext cx="389520" cy="37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428" y="9591675"/>
            <a:ext cx="389520" cy="37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23977" y="4431982"/>
            <a:ext cx="1435419" cy="143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81907" y="0"/>
            <a:ext cx="5083862" cy="428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" y="6172200"/>
            <a:ext cx="5083862" cy="411429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>
            <a:off x="10725160" y="3800475"/>
            <a:ext cx="4276729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10725160" y="3800475"/>
            <a:ext cx="339090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0725160" y="3800475"/>
            <a:ext cx="3613154" cy="182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136"/>
              </a:buClr>
              <a:buSzPts val="5200"/>
              <a:buFont typeface="Montserrat"/>
              <a:buNone/>
            </a:pPr>
            <a:r>
              <a:rPr lang="ru-RU" sz="5200" b="1" i="0" u="none" strike="noStrike" cap="none" dirty="0">
                <a:solidFill>
                  <a:srgbClr val="1D2136"/>
                </a:solidFill>
                <a:latin typeface="Montserrat"/>
                <a:ea typeface="Montserrat"/>
                <a:cs typeface="Montserrat"/>
                <a:sym typeface="Montserrat"/>
              </a:rPr>
              <a:t>Филипп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136"/>
              </a:buClr>
              <a:buSzPts val="5200"/>
              <a:buFont typeface="Montserrat"/>
              <a:buNone/>
            </a:pPr>
            <a:r>
              <a:rPr lang="ru-RU" sz="5200" b="1" i="0" u="none" strike="noStrike" cap="none" dirty="0">
                <a:solidFill>
                  <a:srgbClr val="1D2136"/>
                </a:solidFill>
                <a:latin typeface="Montserrat"/>
                <a:ea typeface="Montserrat"/>
                <a:cs typeface="Montserrat"/>
                <a:sym typeface="Montserrat"/>
              </a:rPr>
              <a:t>Никитаев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0725160" y="5705475"/>
            <a:ext cx="4276729" cy="781050"/>
          </a:xfrm>
          <a:prstGeom prst="roundRect">
            <a:avLst>
              <a:gd name="adj" fmla="val 244098"/>
            </a:avLst>
          </a:prstGeom>
          <a:solidFill>
            <a:srgbClr val="62D89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11106160" y="5857875"/>
            <a:ext cx="3641728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136"/>
              </a:buClr>
              <a:buSzPts val="3000"/>
              <a:buFont typeface="Montserrat Medium"/>
              <a:buNone/>
            </a:pPr>
            <a:r>
              <a:rPr lang="ru-RU" sz="3000" b="0" i="0" u="none" strike="noStrike" cap="none">
                <a:solidFill>
                  <a:srgbClr val="1D213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DevOps-инженер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981580" y="6772275"/>
            <a:ext cx="812964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4366BD-1A19-44FA-8D00-4B82A06526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2626" y="1699082"/>
            <a:ext cx="6292393" cy="62923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17" cy="102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990601" y="1066800"/>
            <a:ext cx="10315585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136"/>
              </a:buClr>
              <a:buSzPts val="4500"/>
              <a:buFont typeface="Montserrat"/>
              <a:buNone/>
            </a:pPr>
            <a:r>
              <a:rPr lang="ru-RU" sz="4500" b="1" i="0" u="none" strike="noStrike" cap="none">
                <a:solidFill>
                  <a:srgbClr val="1D2136"/>
                </a:solidFill>
                <a:latin typeface="Montserrat"/>
                <a:ea typeface="Montserrat"/>
                <a:cs typeface="Montserrat"/>
                <a:sym typeface="Montserrat"/>
              </a:rPr>
              <a:t>Напиши сюда название проекта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1" y="5038725"/>
            <a:ext cx="905880" cy="95238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1257302" y="5276850"/>
            <a:ext cx="7886698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5000"/>
              </a:lnSpc>
              <a:buClr>
                <a:srgbClr val="1D2136"/>
              </a:buClr>
              <a:buSzPts val="3000"/>
            </a:pPr>
            <a:r>
              <a:rPr lang="en-GB" sz="3000" dirty="0">
                <a:solidFill>
                  <a:srgbClr val="1D213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https://github.com/AsteisesDev/devops-diplom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77434" y="2667000"/>
            <a:ext cx="6029331" cy="602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77434" y="2667000"/>
            <a:ext cx="6029331" cy="602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06318" y="3014551"/>
            <a:ext cx="7571564" cy="4988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29960" y="5019675"/>
            <a:ext cx="3914778" cy="63500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10526660" y="6034934"/>
            <a:ext cx="4816479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ru-RU" sz="19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ПРОФЕССИЯ: «DEVOPS-ИНЖЕНЕР»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17" cy="102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990601" y="1066800"/>
            <a:ext cx="9820284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2136"/>
              </a:buClr>
              <a:buSzPts val="4500"/>
              <a:buFont typeface="Montserrat"/>
              <a:buNone/>
            </a:pPr>
            <a:r>
              <a:rPr lang="ru-RU" sz="4500" b="1" dirty="0">
                <a:solidFill>
                  <a:srgbClr val="1D2136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lang="ru-RU" sz="4500" b="1" i="0" u="none" strike="noStrike" cap="none" dirty="0">
                <a:solidFill>
                  <a:srgbClr val="1D2136"/>
                </a:solidFill>
                <a:latin typeface="Montserrat"/>
                <a:ea typeface="Montserrat"/>
                <a:cs typeface="Montserrat"/>
                <a:sym typeface="Montserrat"/>
              </a:rPr>
              <a:t>крины проекта 1</a:t>
            </a:r>
            <a:endParaRPr sz="4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-1009651" y="4895850"/>
            <a:ext cx="20202544" cy="2286000"/>
          </a:xfrm>
          <a:prstGeom prst="roundRect">
            <a:avLst>
              <a:gd name="adj" fmla="val 8400"/>
            </a:avLst>
          </a:prstGeom>
          <a:solidFill>
            <a:srgbClr val="62D89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990601" y="4181475"/>
            <a:ext cx="5181605" cy="3714750"/>
          </a:xfrm>
          <a:prstGeom prst="roundRect">
            <a:avLst>
              <a:gd name="adj" fmla="val 10338"/>
            </a:avLst>
          </a:prstGeom>
          <a:solidFill>
            <a:srgbClr val="F4F3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553206" y="6229350"/>
            <a:ext cx="5181605" cy="3714750"/>
          </a:xfrm>
          <a:prstGeom prst="roundRect">
            <a:avLst>
              <a:gd name="adj" fmla="val 10338"/>
            </a:avLst>
          </a:prstGeom>
          <a:solidFill>
            <a:srgbClr val="F4F3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6553206" y="2133600"/>
            <a:ext cx="5181605" cy="3714750"/>
          </a:xfrm>
          <a:prstGeom prst="roundRect">
            <a:avLst>
              <a:gd name="adj" fmla="val 10338"/>
            </a:avLst>
          </a:prstGeom>
          <a:solidFill>
            <a:srgbClr val="F4F3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18"/>
          <p:cNvSpPr/>
          <p:nvPr/>
        </p:nvSpPr>
        <p:spPr>
          <a:xfrm>
            <a:off x="12115811" y="4181475"/>
            <a:ext cx="5181605" cy="3714750"/>
          </a:xfrm>
          <a:prstGeom prst="roundRect">
            <a:avLst>
              <a:gd name="adj" fmla="val 10338"/>
            </a:avLst>
          </a:prstGeom>
          <a:solidFill>
            <a:srgbClr val="F4F3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EDD6AE-93A5-4E61-8623-A30281FB5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628" y="2352675"/>
            <a:ext cx="5123984" cy="31623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781A7B-40C6-41D3-A3A7-C3421BE2F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585" y="4849260"/>
            <a:ext cx="4979096" cy="2286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765F6E-7B1A-40BB-92EE-270A40991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628" y="6741629"/>
            <a:ext cx="5082567" cy="263304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FD4021-17A8-4DA5-8DA7-2703534EE3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9932" y="4849260"/>
            <a:ext cx="5073361" cy="2620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17" cy="102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990601" y="1066800"/>
            <a:ext cx="9820284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5000"/>
              </a:lnSpc>
              <a:buClr>
                <a:srgbClr val="1D2136"/>
              </a:buClr>
              <a:buSzPts val="4500"/>
            </a:pPr>
            <a:r>
              <a:rPr lang="ru-RU" sz="4500" b="1" dirty="0">
                <a:solidFill>
                  <a:srgbClr val="1D2136"/>
                </a:solidFill>
                <a:latin typeface="Montserrat"/>
                <a:ea typeface="Montserrat"/>
                <a:cs typeface="Montserrat"/>
                <a:sym typeface="Montserrat"/>
              </a:rPr>
              <a:t>Скрины проекта 2</a:t>
            </a:r>
            <a:endParaRPr lang="ru-RU"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-1009651" y="4895850"/>
            <a:ext cx="20202544" cy="2286000"/>
          </a:xfrm>
          <a:prstGeom prst="roundRect">
            <a:avLst>
              <a:gd name="adj" fmla="val 8400"/>
            </a:avLst>
          </a:prstGeom>
          <a:solidFill>
            <a:srgbClr val="62D89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990601" y="4181475"/>
            <a:ext cx="5181605" cy="3714750"/>
          </a:xfrm>
          <a:prstGeom prst="roundRect">
            <a:avLst>
              <a:gd name="adj" fmla="val 10338"/>
            </a:avLst>
          </a:prstGeom>
          <a:solidFill>
            <a:srgbClr val="F4F3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553206" y="6229350"/>
            <a:ext cx="5181605" cy="3714750"/>
          </a:xfrm>
          <a:prstGeom prst="roundRect">
            <a:avLst>
              <a:gd name="adj" fmla="val 10338"/>
            </a:avLst>
          </a:prstGeom>
          <a:solidFill>
            <a:srgbClr val="F4F3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6553206" y="2133600"/>
            <a:ext cx="5181605" cy="3714750"/>
          </a:xfrm>
          <a:prstGeom prst="roundRect">
            <a:avLst>
              <a:gd name="adj" fmla="val 10338"/>
            </a:avLst>
          </a:prstGeom>
          <a:solidFill>
            <a:srgbClr val="F4F3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18"/>
          <p:cNvSpPr/>
          <p:nvPr/>
        </p:nvSpPr>
        <p:spPr>
          <a:xfrm>
            <a:off x="12115811" y="4181475"/>
            <a:ext cx="5181605" cy="3714750"/>
          </a:xfrm>
          <a:prstGeom prst="roundRect">
            <a:avLst>
              <a:gd name="adj" fmla="val 10338"/>
            </a:avLst>
          </a:prstGeom>
          <a:solidFill>
            <a:srgbClr val="F4F3F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3FEA0D-A55A-4117-B743-6DDC9537C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197" y="3003894"/>
            <a:ext cx="5181605" cy="181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4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17" cy="1028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0" y="0"/>
            <a:ext cx="18268967" cy="10258425"/>
          </a:xfrm>
          <a:prstGeom prst="rect">
            <a:avLst/>
          </a:prstGeom>
          <a:solidFill>
            <a:srgbClr val="1D2136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1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17" cy="102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601" y="989409"/>
            <a:ext cx="2562227" cy="70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56505" y="1510531"/>
            <a:ext cx="477703" cy="130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56505" y="1510531"/>
            <a:ext cx="477701" cy="13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205" y="1485733"/>
            <a:ext cx="1929428" cy="198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990601" y="9239250"/>
            <a:ext cx="523875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Medium"/>
              <a:buNone/>
            </a:pPr>
            <a:r>
              <a:rPr lang="ru-RU" sz="22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ПРОФЕССИЯ:  DEVOPS-ИНЖЕНЕР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9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67078" y="4200535"/>
            <a:ext cx="11200557" cy="1880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239888" y="5143481"/>
            <a:ext cx="790576" cy="78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Product Star_universal easy">
      <a:dk1>
        <a:srgbClr val="000000"/>
      </a:dk1>
      <a:lt1>
        <a:srgbClr val="FFFFFF"/>
      </a:lt1>
      <a:dk2>
        <a:srgbClr val="0034EC"/>
      </a:dk2>
      <a:lt2>
        <a:srgbClr val="FFFF00"/>
      </a:lt2>
      <a:accent1>
        <a:srgbClr val="D4E1F4"/>
      </a:accent1>
      <a:accent2>
        <a:srgbClr val="FF33CC"/>
      </a:accent2>
      <a:accent3>
        <a:srgbClr val="D4E1F4"/>
      </a:accent3>
      <a:accent4>
        <a:srgbClr val="FFFF00"/>
      </a:accent4>
      <a:accent5>
        <a:srgbClr val="000000"/>
      </a:accent5>
      <a:accent6>
        <a:srgbClr val="FFFFFF"/>
      </a:accent6>
      <a:hlink>
        <a:srgbClr val="D4E1F4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</Words>
  <Application>Microsoft Office PowerPoint</Application>
  <PresentationFormat>Произвольный</PresentationFormat>
  <Paragraphs>17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Noto Sans Symbols</vt:lpstr>
      <vt:lpstr>Montserrat ExtraBold</vt:lpstr>
      <vt:lpstr>Calibri</vt:lpstr>
      <vt:lpstr>Arial</vt:lpstr>
      <vt:lpstr>Montserrat</vt:lpstr>
      <vt:lpstr>Montserrat Medium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Никитаев Филипп Игоревич</dc:creator>
  <cp:lastModifiedBy>Никитаев Филипп Игоревич</cp:lastModifiedBy>
  <cp:revision>3</cp:revision>
  <dcterms:modified xsi:type="dcterms:W3CDTF">2026-04-17T12:12:33Z</dcterms:modified>
</cp:coreProperties>
</file>